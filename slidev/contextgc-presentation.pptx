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Notes:
- Welcome judges to ContextGC.
- Address the hidden tax of the agent era: Context Rot.
- Today, 1M+ token windows exist, but models quietly degrade as conversations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ContextGC — Autonomous Semantic Context Defragmenter</dc:title>
  <dc:subject>## ContextGC Technical Pitch Deck
Autonomous Semantic Context Defragmenter for Long-Horizon AI Agents
Built for Hack Devengers 2.0
</dc:subject>
  <dc:creator/>
  <cp:lastModifiedBy/>
  <cp:revision>1</cp:revision>
  <dcterms:created xsi:type="dcterms:W3CDTF">2026-09-19T13:50:05Z</dcterms:created>
  <dcterms:modified xsi:type="dcterms:W3CDTF">2026-09-19T13:50:05Z</dcterms:modified>
</cp:coreProperties>
</file>